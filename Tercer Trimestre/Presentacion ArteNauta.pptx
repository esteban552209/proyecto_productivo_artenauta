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12192000" cy="6858000"/>
  <p:embeddedFontLst>
    <p:embeddedFont>
      <p:font typeface="Roboto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" name="Google Shape;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0" y="514350"/>
            <a:ext cx="4573588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9" name="Google Shape;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0" y="514350"/>
            <a:ext cx="4573588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" name="Google Shape;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0" y="514350"/>
            <a:ext cx="4573588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7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9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7" name="Google Shape;8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0" y="514350"/>
            <a:ext cx="4573500" cy="25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2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8" name="Google Shape;10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0" y="514350"/>
            <a:ext cx="4573588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0" y="514350"/>
            <a:ext cx="4573588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0:notes"/>
          <p:cNvSpPr txBox="1">
            <a:spLocks noGrp="1"/>
          </p:cNvSpPr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2" name="Google Shape;122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1"/>
          </p:nvPr>
        </p:nvSpPr>
        <p:spPr>
          <a:xfrm>
            <a:off x="2892425" y="1997455"/>
            <a:ext cx="6489700" cy="304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3585467" y="1642745"/>
            <a:ext cx="5335905" cy="18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3197225" y="4435855"/>
            <a:ext cx="6010275" cy="84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bg>
      <p:bgPr>
        <a:solidFill>
          <a:schemeClr val="lt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1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2892425" y="1997455"/>
            <a:ext cx="6489700" cy="304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1068446" y="2519198"/>
            <a:ext cx="3339600" cy="8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 sz="5400">
                <a:solidFill>
                  <a:srgbClr val="3E3E3E"/>
                </a:solidFill>
              </a:rPr>
              <a:t>ArteNauta</a:t>
            </a:r>
            <a:endParaRPr sz="5400"/>
          </a:p>
        </p:txBody>
      </p:sp>
      <p:pic>
        <p:nvPicPr>
          <p:cNvPr id="47" name="Google Shape;47;p7" title="LOGO.png"/>
          <p:cNvPicPr preferRelativeResize="0"/>
          <p:nvPr/>
        </p:nvPicPr>
        <p:blipFill rotWithShape="1">
          <a:blip r:embed="rId4">
            <a:alphaModFix/>
          </a:blip>
          <a:srcRect t="13715" b="13722"/>
          <a:stretch/>
        </p:blipFill>
        <p:spPr>
          <a:xfrm>
            <a:off x="8257450" y="3706275"/>
            <a:ext cx="3028373" cy="219865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7"/>
          <p:cNvSpPr txBox="1"/>
          <p:nvPr/>
        </p:nvSpPr>
        <p:spPr>
          <a:xfrm>
            <a:off x="1068450" y="3463800"/>
            <a:ext cx="35196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Julian Esteban Nossa Poveda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Johan Esteban Acosta Moncada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Bryam Alejandro Mora Mendoza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Jorge Alexander Herrera Camacho</a:t>
            </a: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983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8"/>
          <p:cNvSpPr txBox="1"/>
          <p:nvPr/>
        </p:nvSpPr>
        <p:spPr>
          <a:xfrm>
            <a:off x="4242150" y="2252345"/>
            <a:ext cx="3707700" cy="9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s-CO" sz="6000" b="1">
                <a:solidFill>
                  <a:srgbClr val="4D4D4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ArteNauta</a:t>
            </a:r>
            <a:endParaRPr sz="60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8"/>
          <p:cNvSpPr/>
          <p:nvPr/>
        </p:nvSpPr>
        <p:spPr>
          <a:xfrm>
            <a:off x="4972052" y="3336539"/>
            <a:ext cx="2247900" cy="0"/>
          </a:xfrm>
          <a:custGeom>
            <a:avLst/>
            <a:gdLst/>
            <a:ahLst/>
            <a:cxnLst/>
            <a:rect l="l" t="t" r="r" b="b"/>
            <a:pathLst>
              <a:path w="2247900" h="120000" extrusionOk="0">
                <a:moveTo>
                  <a:pt x="0" y="0"/>
                </a:moveTo>
                <a:lnTo>
                  <a:pt x="2247542" y="0"/>
                </a:lnTo>
              </a:path>
            </a:pathLst>
          </a:custGeom>
          <a:noFill/>
          <a:ln w="12650" cap="flat" cmpd="sng">
            <a:solidFill>
              <a:srgbClr val="37AA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8"/>
          <p:cNvSpPr txBox="1"/>
          <p:nvPr/>
        </p:nvSpPr>
        <p:spPr>
          <a:xfrm>
            <a:off x="3016350" y="3484450"/>
            <a:ext cx="6159300" cy="566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dirty="0">
                <a:solidFill>
                  <a:srgbClr val="212529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PLATAFORMA DE HABILIDADES ARTISTICAS - ARTENAUTA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762000" y="967104"/>
            <a:ext cx="39471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 sz="4000">
                <a:solidFill>
                  <a:srgbClr val="000000"/>
                </a:solidFill>
              </a:rPr>
              <a:t>Contextualización</a:t>
            </a:r>
            <a:endParaRPr sz="4000"/>
          </a:p>
        </p:txBody>
      </p:sp>
      <p:sp>
        <p:nvSpPr>
          <p:cNvPr id="63" name="Google Shape;63;p9"/>
          <p:cNvSpPr/>
          <p:nvPr/>
        </p:nvSpPr>
        <p:spPr>
          <a:xfrm>
            <a:off x="685800" y="1676400"/>
            <a:ext cx="3961765" cy="0"/>
          </a:xfrm>
          <a:custGeom>
            <a:avLst/>
            <a:gdLst/>
            <a:ahLst/>
            <a:cxnLst/>
            <a:rect l="l" t="t" r="r" b="b"/>
            <a:pathLst>
              <a:path w="3961765" h="120000" extrusionOk="0">
                <a:moveTo>
                  <a:pt x="0" y="0"/>
                </a:moveTo>
                <a:lnTo>
                  <a:pt x="3961770" y="0"/>
                </a:lnTo>
              </a:path>
            </a:pathLst>
          </a:custGeom>
          <a:noFill/>
          <a:ln w="12650" cap="flat" cmpd="sng">
            <a:solidFill>
              <a:srgbClr val="37AA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758825" y="2149855"/>
            <a:ext cx="4570800" cy="23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ArteNauta es una plataforma diseñada para ofrecer un espacio confiable para generar visibilidad a las personas que cuentan con habilidades artisticas o personas interesadas en el arte y sus referentes.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4425" y="1322438"/>
            <a:ext cx="5829300" cy="460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Objetivo general</a:t>
            </a:r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2011575" y="2578600"/>
            <a:ext cx="8459400" cy="23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7200" marR="5080" lvl="0" indent="-425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lang="es-CO" sz="3100"/>
              <a:t>Desarrollar una plataforma tipo red social que incremente la visibilidad de los artistas, facilitando de forma segura y con garantías el contacto de los artistas y la búsqueda de información sobre servicios artísticos.</a:t>
            </a:r>
            <a:endParaRPr sz="3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Objetivos especificos</a:t>
            </a:r>
            <a:endParaRPr/>
          </a:p>
        </p:txBody>
      </p:sp>
      <p:sp>
        <p:nvSpPr>
          <p:cNvPr id="71" name="Google Shape;71;p10"/>
          <p:cNvSpPr txBox="1"/>
          <p:nvPr/>
        </p:nvSpPr>
        <p:spPr>
          <a:xfrm>
            <a:off x="1478550" y="2279025"/>
            <a:ext cx="8621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457200" marR="508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Desarrollar la autenticacion de usuarios con sus respectivos perfiles. </a:t>
            </a:r>
            <a:endParaRPr sz="2800"/>
          </a:p>
          <a:p>
            <a:pPr marL="457200" marR="508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Implementar el modulo de publicaciones</a:t>
            </a:r>
            <a:endParaRPr sz="2800"/>
          </a:p>
          <a:p>
            <a:pPr marL="457200" marR="508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Desarrollar el modulo de conversaciones entre usuarios </a:t>
            </a:r>
            <a:endParaRPr sz="2800"/>
          </a:p>
          <a:p>
            <a:pPr marL="457200" marR="5080" lvl="0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Construir el modulo de notificaciones del sistema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>
            <a:off x="529248" y="358450"/>
            <a:ext cx="85221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Construccion de la base de datos (SQL)</a:t>
            </a:r>
            <a:endParaRPr/>
          </a:p>
        </p:txBody>
      </p:sp>
      <p:sp>
        <p:nvSpPr>
          <p:cNvPr id="83" name="Google Shape;83;p12"/>
          <p:cNvSpPr txBox="1"/>
          <p:nvPr/>
        </p:nvSpPr>
        <p:spPr>
          <a:xfrm>
            <a:off x="762075" y="1568850"/>
            <a:ext cx="4665900" cy="27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La base de datos de ArteNauta se conforma de 12 tablas con 4 módulos (Validacion de usuarios, notificaciones, conversaciones, publicaciones), tambien cuenta con inserciones de 50 datos por tabla y 10 consultas sencillas, subconsultas y joins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24500" y="1568850"/>
            <a:ext cx="5754212" cy="5007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>
            <a:spLocks noGrp="1"/>
          </p:cNvSpPr>
          <p:nvPr>
            <p:ph type="title"/>
          </p:nvPr>
        </p:nvSpPr>
        <p:spPr>
          <a:xfrm>
            <a:off x="268775" y="441350"/>
            <a:ext cx="10437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Uso de la base de datos a través de sentencias DML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32925" y="1552700"/>
            <a:ext cx="4262100" cy="17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En las tablas de la base de datos se contaran con 50 inserciones de datos las cuales simulan la infromacion que se guardará desde el sistema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9075" y="2516850"/>
            <a:ext cx="6588375" cy="38823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206376" y="358450"/>
            <a:ext cx="108072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Uso de la base de datos a través de sentencias DQL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32925" y="1552700"/>
            <a:ext cx="4262100" cy="13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Las consultas DQL se usaran para solicitar y analizar informacion de los datos que se encuentras dentro de las tablas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2350" y="1671300"/>
            <a:ext cx="6644250" cy="518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Procedimientos almacenados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632925" y="1552700"/>
            <a:ext cx="4262100" cy="17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Los procedimientos almacenados de la base de datos ayudan a usar instrucciones SQL, ejecutarlas y reutilizarlas para un mayor rendimiento y seguridad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5150" y="2127197"/>
            <a:ext cx="6992176" cy="4229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>
            <a:spLocks noGrp="1"/>
          </p:cNvSpPr>
          <p:nvPr>
            <p:ph type="title"/>
          </p:nvPr>
        </p:nvSpPr>
        <p:spPr>
          <a:xfrm>
            <a:off x="513111" y="374572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Front-End Funcional</a:t>
            </a: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632925" y="1552700"/>
            <a:ext cx="5989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El Front-End funcional fue desarrollado en base a la combinacion de la biblioteca de JS React y TailwindCSS como estilos.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6950" y="2774925"/>
            <a:ext cx="7746724" cy="378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>
            <a:spLocks noGrp="1"/>
          </p:cNvSpPr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Sistema de control de versiones</a:t>
            </a:r>
            <a:endParaRPr/>
          </a:p>
        </p:txBody>
      </p:sp>
      <p:sp>
        <p:nvSpPr>
          <p:cNvPr id="118" name="Google Shape;118;p17"/>
          <p:cNvSpPr txBox="1"/>
          <p:nvPr/>
        </p:nvSpPr>
        <p:spPr>
          <a:xfrm>
            <a:off x="632925" y="1552700"/>
            <a:ext cx="59895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El equipo de trabajo cuenta con un GitHub en el cual se suben los trabajos y aportes de cada uno para el proyecto.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0800" y="2973725"/>
            <a:ext cx="10582276" cy="373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</Words>
  <Application>Microsoft Office PowerPoint</Application>
  <PresentationFormat>Panorámica</PresentationFormat>
  <Paragraphs>28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Times New Roman</vt:lpstr>
      <vt:lpstr>Roboto</vt:lpstr>
      <vt:lpstr>Office Theme</vt:lpstr>
      <vt:lpstr>ArteNauta</vt:lpstr>
      <vt:lpstr>Presentación de PowerPoint</vt:lpstr>
      <vt:lpstr>Contextualización</vt:lpstr>
      <vt:lpstr>Objetivo general</vt:lpstr>
      <vt:lpstr>Objetivos especificos</vt:lpstr>
      <vt:lpstr>Construccion de la base de datos (SQL)</vt:lpstr>
      <vt:lpstr>Uso de la base de datos a través de sentencias DML</vt:lpstr>
      <vt:lpstr>Uso de la base de datos a través de sentencias DQL</vt:lpstr>
      <vt:lpstr>Procedimientos almacenados</vt:lpstr>
      <vt:lpstr>Front-End Funcional</vt:lpstr>
      <vt:lpstr>Sistema de control de versiones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Johan Esteban Acosta Moncada</cp:lastModifiedBy>
  <cp:revision>1</cp:revision>
  <dcterms:modified xsi:type="dcterms:W3CDTF">2026-04-15T02:12:26Z</dcterms:modified>
</cp:coreProperties>
</file>