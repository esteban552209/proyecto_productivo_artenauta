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70" r:id="rId6"/>
    <p:sldId id="269" r:id="rId7"/>
    <p:sldId id="268" r:id="rId8"/>
    <p:sldId id="259" r:id="rId9"/>
    <p:sldId id="265" r:id="rId10"/>
    <p:sldId id="266" r:id="rId11"/>
    <p:sldId id="267" r:id="rId12"/>
  </p:sldIdLst>
  <p:sldSz cx="12192000" cy="6858000"/>
  <p:notesSz cx="12192000" cy="6858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E7FD21D7-789D-436D-454A-E5DB0F6F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8E34F54D-C9FA-731A-67BA-ADEAEFA61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p6:notes">
            <a:extLst>
              <a:ext uri="{FF2B5EF4-FFF2-40B4-BE49-F238E27FC236}">
                <a16:creationId xmlns:a16="http://schemas.microsoft.com/office/drawing/2014/main" id="{492FAFAE-205F-6576-1C49-105828B91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952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9EF1D29D-9078-AC02-DE99-2F37371B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5576B0C5-109C-8426-10F7-A7E2788FA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p6:notes">
            <a:extLst>
              <a:ext uri="{FF2B5EF4-FFF2-40B4-BE49-F238E27FC236}">
                <a16:creationId xmlns:a16="http://schemas.microsoft.com/office/drawing/2014/main" id="{26EB088E-1ADA-C382-5DD8-53AF97C7B0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1073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82CD2ED1-B446-09CB-0DAF-DC79D762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A6599DA9-4FE2-3699-803A-9B1FB6694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p6:notes">
            <a:extLst>
              <a:ext uri="{FF2B5EF4-FFF2-40B4-BE49-F238E27FC236}">
                <a16:creationId xmlns:a16="http://schemas.microsoft.com/office/drawing/2014/main" id="{62BF9814-62DD-0F87-9F14-8ACD5526F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5410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43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2892425" y="1997455"/>
            <a:ext cx="6489700" cy="304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3585467" y="1642745"/>
            <a:ext cx="5335905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197225" y="4435855"/>
            <a:ext cx="6010275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43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43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43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892425" y="1997455"/>
            <a:ext cx="6489700" cy="304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068446" y="2519198"/>
            <a:ext cx="33396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 sz="5400">
                <a:solidFill>
                  <a:srgbClr val="3E3E3E"/>
                </a:solidFill>
              </a:rPr>
              <a:t>ArteNauta</a:t>
            </a:r>
            <a:endParaRPr sz="5400"/>
          </a:p>
        </p:txBody>
      </p:sp>
      <p:pic>
        <p:nvPicPr>
          <p:cNvPr id="47" name="Google Shape;47;p7" title="LOGO.png"/>
          <p:cNvPicPr preferRelativeResize="0"/>
          <p:nvPr/>
        </p:nvPicPr>
        <p:blipFill rotWithShape="1">
          <a:blip r:embed="rId4">
            <a:alphaModFix/>
          </a:blip>
          <a:srcRect t="13715" b="13722"/>
          <a:stretch/>
        </p:blipFill>
        <p:spPr>
          <a:xfrm>
            <a:off x="8257450" y="3706275"/>
            <a:ext cx="3028373" cy="219865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/>
        </p:nvSpPr>
        <p:spPr>
          <a:xfrm>
            <a:off x="1068450" y="3463800"/>
            <a:ext cx="3519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O" sz="1500">
                <a:solidFill>
                  <a:schemeClr val="dk1"/>
                </a:solidFill>
              </a:rPr>
              <a:t>Julian Esteban Nossa Poveda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O" sz="1500">
                <a:solidFill>
                  <a:schemeClr val="dk1"/>
                </a:solidFill>
              </a:rPr>
              <a:t>Johan Esteban Acosta Moncada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O" sz="1500">
                <a:solidFill>
                  <a:schemeClr val="dk1"/>
                </a:solidFill>
              </a:rPr>
              <a:t>Bryam Alejandro Mora Mendoza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O" sz="1500">
                <a:solidFill>
                  <a:schemeClr val="dk1"/>
                </a:solidFill>
              </a:rPr>
              <a:t>Jorge Alexander Herrera Camacho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 txBox="1"/>
          <p:nvPr/>
        </p:nvSpPr>
        <p:spPr>
          <a:xfrm>
            <a:off x="4242150" y="2252345"/>
            <a:ext cx="37077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6000" b="1">
                <a:solidFill>
                  <a:srgbClr val="4D4D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ArteNauta</a:t>
            </a:r>
            <a:endParaRPr sz="6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972052" y="3336539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 h="120000" extrusionOk="0">
                <a:moveTo>
                  <a:pt x="0" y="0"/>
                </a:moveTo>
                <a:lnTo>
                  <a:pt x="2247542" y="0"/>
                </a:lnTo>
              </a:path>
            </a:pathLst>
          </a:custGeom>
          <a:noFill/>
          <a:ln w="12650" cap="flat" cmpd="sng">
            <a:solidFill>
              <a:srgbClr val="37A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3016350" y="3484450"/>
            <a:ext cx="6159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dirty="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PLATAFORMA DE HABILIDADES ARTISTICAS - ARTENAUTA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762000" y="967104"/>
            <a:ext cx="394716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 sz="4000">
                <a:solidFill>
                  <a:srgbClr val="000000"/>
                </a:solidFill>
              </a:rPr>
              <a:t>Contextualización</a:t>
            </a:r>
            <a:endParaRPr sz="4000"/>
          </a:p>
        </p:txBody>
      </p:sp>
      <p:sp>
        <p:nvSpPr>
          <p:cNvPr id="63" name="Google Shape;63;p9"/>
          <p:cNvSpPr/>
          <p:nvPr/>
        </p:nvSpPr>
        <p:spPr>
          <a:xfrm>
            <a:off x="685800" y="1676400"/>
            <a:ext cx="3961765" cy="0"/>
          </a:xfrm>
          <a:custGeom>
            <a:avLst/>
            <a:gdLst/>
            <a:ahLst/>
            <a:cxnLst/>
            <a:rect l="l" t="t" r="r" b="b"/>
            <a:pathLst>
              <a:path w="3961765" h="120000" extrusionOk="0">
                <a:moveTo>
                  <a:pt x="0" y="0"/>
                </a:moveTo>
                <a:lnTo>
                  <a:pt x="3961770" y="0"/>
                </a:lnTo>
              </a:path>
            </a:pathLst>
          </a:custGeom>
          <a:noFill/>
          <a:ln w="12650" cap="flat" cmpd="sng">
            <a:solidFill>
              <a:srgbClr val="37A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758825" y="2149855"/>
            <a:ext cx="4570800" cy="2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2200"/>
              <a:t>ArteNauta es una plataforma diseñada para ofrecer un espacio confiable para generar visibilidad a las personas que cuentan con habilidades artisticas o personas interesadas en el arte y sus referentes.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425" y="1322438"/>
            <a:ext cx="5829300" cy="46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 dirty="0"/>
              <a:t>Planteamiento del problema</a:t>
            </a:r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1866300" y="1910007"/>
            <a:ext cx="8459400" cy="39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R="5080" lvl="0" indent="-425450">
              <a:buSzPts val="3100"/>
              <a:buChar char="●"/>
            </a:pPr>
            <a:r>
              <a:rPr lang="es-ES" sz="3200" dirty="0"/>
              <a:t>Los aprendices del SENA y estudiantes de otras instituciones con habilidades artísticas; no cuentan con canales de apoyo y visibilidad para exhibir sus obras y ofrecer sus servicios; además, los interesados en arte pierden tiempo buscando artistas en distintos canales sin ningún tipo de garantías.</a:t>
            </a:r>
            <a:endParaRPr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6F63470-2F53-EE1F-D69C-EB66A2F0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>
            <a:extLst>
              <a:ext uri="{FF2B5EF4-FFF2-40B4-BE49-F238E27FC236}">
                <a16:creationId xmlns:a16="http://schemas.microsoft.com/office/drawing/2014/main" id="{DB64C1E8-8004-3F5B-5E45-DF71CC0C2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 dirty="0"/>
              <a:t>Pregunta problema</a:t>
            </a:r>
            <a:endParaRPr dirty="0"/>
          </a:p>
        </p:txBody>
      </p:sp>
      <p:sp>
        <p:nvSpPr>
          <p:cNvPr id="77" name="Google Shape;77;p11">
            <a:extLst>
              <a:ext uri="{FF2B5EF4-FFF2-40B4-BE49-F238E27FC236}">
                <a16:creationId xmlns:a16="http://schemas.microsoft.com/office/drawing/2014/main" id="{E58A8FBD-94B4-082F-6C7C-0ED6F45D3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66300" y="2870323"/>
            <a:ext cx="8459400" cy="1982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750" marR="5080" lvl="0" indent="0">
              <a:buSzPts val="3100"/>
            </a:pPr>
            <a:r>
              <a:rPr lang="es-ES" sz="3200" dirty="0"/>
              <a:t>¿Cómo generar una visibilidad de los artistas aprendices y brindar a los clientes un contacto e información de servicios con garantías verificables?</a:t>
            </a:r>
            <a:endParaRPr sz="3400" dirty="0"/>
          </a:p>
        </p:txBody>
      </p:sp>
    </p:spTree>
    <p:extLst>
      <p:ext uri="{BB962C8B-B14F-4D97-AF65-F5344CB8AC3E}">
        <p14:creationId xmlns:p14="http://schemas.microsoft.com/office/powerpoint/2010/main" val="289165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B59C33E1-986E-F939-0850-849029EE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>
            <a:extLst>
              <a:ext uri="{FF2B5EF4-FFF2-40B4-BE49-F238E27FC236}">
                <a16:creationId xmlns:a16="http://schemas.microsoft.com/office/drawing/2014/main" id="{74A8ADD6-EF85-AF98-B141-777D770FF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 dirty="0"/>
              <a:t>Justificación</a:t>
            </a:r>
            <a:endParaRPr dirty="0"/>
          </a:p>
        </p:txBody>
      </p:sp>
      <p:sp>
        <p:nvSpPr>
          <p:cNvPr id="77" name="Google Shape;77;p11">
            <a:extLst>
              <a:ext uri="{FF2B5EF4-FFF2-40B4-BE49-F238E27FC236}">
                <a16:creationId xmlns:a16="http://schemas.microsoft.com/office/drawing/2014/main" id="{5F83B512-9C7E-3706-F978-1AD45288E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66300" y="1978834"/>
            <a:ext cx="8459400" cy="395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750" marR="5080" lvl="0" indent="0">
              <a:buSzPts val="3100"/>
            </a:pPr>
            <a:r>
              <a:rPr lang="es-ES" sz="3200" dirty="0"/>
              <a:t>La baja visibilidad y falta de garantías elevan tiempos y desconfianza por parte de potenciales clientes, intervenir permitirá reducir tiempos, aumentar contactos y fortalecer la confianza mediante verificación y evaluación, contando con el acompañamiento académico de instructores del SENA expertos del área artística.</a:t>
            </a:r>
            <a:endParaRPr sz="3400" dirty="0"/>
          </a:p>
        </p:txBody>
      </p:sp>
    </p:spTree>
    <p:extLst>
      <p:ext uri="{BB962C8B-B14F-4D97-AF65-F5344CB8AC3E}">
        <p14:creationId xmlns:p14="http://schemas.microsoft.com/office/powerpoint/2010/main" val="282299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553D2554-B633-84BB-DF12-5DBB7B8F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>
            <a:extLst>
              <a:ext uri="{FF2B5EF4-FFF2-40B4-BE49-F238E27FC236}">
                <a16:creationId xmlns:a16="http://schemas.microsoft.com/office/drawing/2014/main" id="{3EF2407D-8409-4310-0E2F-C99A0D2110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Objetivo general</a:t>
            </a:r>
            <a:endParaRPr/>
          </a:p>
        </p:txBody>
      </p:sp>
      <p:sp>
        <p:nvSpPr>
          <p:cNvPr id="77" name="Google Shape;77;p11">
            <a:extLst>
              <a:ext uri="{FF2B5EF4-FFF2-40B4-BE49-F238E27FC236}">
                <a16:creationId xmlns:a16="http://schemas.microsoft.com/office/drawing/2014/main" id="{381EC173-BB3F-7355-1FE3-4C5A168C0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1575" y="2578600"/>
            <a:ext cx="8459400" cy="23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marR="5080" lvl="0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s-CO" sz="3100" dirty="0"/>
              <a:t>Desarrollar una plataforma tipo red social que incremente la visibilidad de los artistas, facilitando de forma segura el contacto de los artistas y la búsqueda de información sobre servicios artísticos.</a:t>
            </a:r>
            <a:endParaRPr sz="3400" dirty="0"/>
          </a:p>
        </p:txBody>
      </p:sp>
    </p:spTree>
    <p:extLst>
      <p:ext uri="{BB962C8B-B14F-4D97-AF65-F5344CB8AC3E}">
        <p14:creationId xmlns:p14="http://schemas.microsoft.com/office/powerpoint/2010/main" val="280528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Objetivos especificos</a:t>
            </a:r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1478550" y="2279025"/>
            <a:ext cx="8621400" cy="3481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marR="508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CO" sz="2800" dirty="0"/>
              <a:t>Desarrollar la </a:t>
            </a:r>
            <a:r>
              <a:rPr lang="es-CO" sz="2800" dirty="0" err="1"/>
              <a:t>autenticacion</a:t>
            </a:r>
            <a:r>
              <a:rPr lang="es-CO" sz="2800" dirty="0"/>
              <a:t> de usuarios con sus respectivos perfiles. </a:t>
            </a:r>
            <a:endParaRPr sz="2800" dirty="0"/>
          </a:p>
          <a:p>
            <a:pPr marL="457200" marR="508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CO" sz="2800" dirty="0"/>
              <a:t>Implementar el modulo de publicaciones</a:t>
            </a:r>
            <a:endParaRPr sz="2800" dirty="0"/>
          </a:p>
          <a:p>
            <a:pPr marL="457200" marR="508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CO" sz="2800" dirty="0"/>
              <a:t>Desarrollar el modulo de conversaciones entre usuarios </a:t>
            </a:r>
            <a:endParaRPr sz="2800" dirty="0"/>
          </a:p>
          <a:p>
            <a:pPr marL="457200" marR="508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CO" sz="2800" dirty="0"/>
              <a:t>Construir el modulo de notificaciones y solicitudes del sistema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513111" y="374572"/>
            <a:ext cx="7123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Front-End Funcional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32925" y="1552700"/>
            <a:ext cx="5989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2200"/>
              <a:t>El Front-End funcional fue desarrollado en base a la combinacion de la biblioteca de JS React y TailwindCSS como estilos.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950" y="2774925"/>
            <a:ext cx="7746724" cy="37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529261" y="358447"/>
            <a:ext cx="7123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Sistema de control de versiones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632925" y="1552700"/>
            <a:ext cx="5989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2200"/>
              <a:t>El equipo de trabajo cuenta con un GitHub en el cual se suben los trabajos y aportes de cada uno para el proyecto.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7D9473-63B5-770E-1B93-81D7D4702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517" y="3039253"/>
            <a:ext cx="9507816" cy="3460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302</Words>
  <Application>Microsoft Office PowerPoint</Application>
  <PresentationFormat>Panorámica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Roboto</vt:lpstr>
      <vt:lpstr>Arial</vt:lpstr>
      <vt:lpstr>Times New Roman</vt:lpstr>
      <vt:lpstr>Office Theme</vt:lpstr>
      <vt:lpstr>ArteNauta</vt:lpstr>
      <vt:lpstr>Presentación de PowerPoint</vt:lpstr>
      <vt:lpstr>Contextualización</vt:lpstr>
      <vt:lpstr>Planteamiento del problema</vt:lpstr>
      <vt:lpstr>Pregunta problema</vt:lpstr>
      <vt:lpstr>Justificación</vt:lpstr>
      <vt:lpstr>Objetivo general</vt:lpstr>
      <vt:lpstr>Objetivos especificos</vt:lpstr>
      <vt:lpstr>Front-End Funcional</vt:lpstr>
      <vt:lpstr>Sistema de control de versiones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Johan Esteban Acosta Moncada</cp:lastModifiedBy>
  <cp:revision>2</cp:revision>
  <dcterms:modified xsi:type="dcterms:W3CDTF">2026-07-03T01:20:21Z</dcterms:modified>
</cp:coreProperties>
</file>